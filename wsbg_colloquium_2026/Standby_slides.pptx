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73" r:id="rId2"/>
    <p:sldMasterId id="2147483675" r:id="rId3"/>
  </p:sldMasterIdLst>
  <p:notesMasterIdLst>
    <p:notesMasterId r:id="rId6"/>
  </p:notesMasterIdLst>
  <p:sldIdLst>
    <p:sldId id="293" r:id="rId4"/>
    <p:sldId id="294" r:id="rId5"/>
  </p:sldIdLst>
  <p:sldSz cx="9144000" cy="5143500" type="screen16x9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7CC6A-C659-49C5-A35F-7931C0DEB606}" v="2" dt="2026-10-28T04:19:34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79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Roy" userId="a079194d-5d67-442a-af4a-71e921a982ac" providerId="ADAL" clId="{459D14BD-9A95-4F86-A8CA-5BAE1C59A6EC}"/>
    <pc:docChg chg="custSel mod addSld delSld modSld addMainMaster delMainMaster modNotesMaster setSldSz">
      <pc:chgData name="Priyanka Roy" userId="a079194d-5d67-442a-af4a-71e921a982ac" providerId="ADAL" clId="{459D14BD-9A95-4F86-A8CA-5BAE1C59A6EC}" dt="2026-10-28T04:21:56.494" v="216" actId="1076"/>
      <pc:docMkLst>
        <pc:docMk/>
      </pc:docMkLst>
      <pc:sldChg chg="addSp delSp modSp del mod modNotes">
        <pc:chgData name="Priyanka Roy" userId="a079194d-5d67-442a-af4a-71e921a982ac" providerId="ADAL" clId="{459D14BD-9A95-4F86-A8CA-5BAE1C59A6EC}" dt="2026-10-28T03:16:22.012" v="130" actId="26606"/>
        <pc:sldMkLst>
          <pc:docMk/>
          <pc:sldMk cId="3618850860" sldId="256"/>
        </pc:sldMkLst>
        <pc:spChg chg="mod">
          <ac:chgData name="Priyanka Roy" userId="a079194d-5d67-442a-af4a-71e921a982ac" providerId="ADAL" clId="{459D14BD-9A95-4F86-A8CA-5BAE1C59A6EC}" dt="2026-10-28T02:56:42.737" v="2" actId="255"/>
          <ac:spMkLst>
            <pc:docMk/>
            <pc:sldMk cId="3618850860" sldId="256"/>
            <ac:spMk id="2" creationId="{0FAA89E5-CD7C-F197-D75D-88D6289341FB}"/>
          </ac:spMkLst>
        </pc:spChg>
        <pc:spChg chg="mod">
          <ac:chgData name="Priyanka Roy" userId="a079194d-5d67-442a-af4a-71e921a982ac" providerId="ADAL" clId="{459D14BD-9A95-4F86-A8CA-5BAE1C59A6EC}" dt="2026-10-28T03:07:10.994" v="11" actId="1076"/>
          <ac:spMkLst>
            <pc:docMk/>
            <pc:sldMk cId="3618850860" sldId="256"/>
            <ac:spMk id="3" creationId="{7F01FD57-1EAC-1905-9A89-E87F49985D57}"/>
          </ac:spMkLst>
        </pc:spChg>
        <pc:spChg chg="del mod">
          <ac:chgData name="Priyanka Roy" userId="a079194d-5d67-442a-af4a-71e921a982ac" providerId="ADAL" clId="{459D14BD-9A95-4F86-A8CA-5BAE1C59A6EC}" dt="2026-10-28T03:05:12.535" v="7"/>
          <ac:spMkLst>
            <pc:docMk/>
            <pc:sldMk cId="3618850860" sldId="256"/>
            <ac:spMk id="4" creationId="{00000000-0000-0000-0000-000000000000}"/>
          </ac:spMkLst>
        </pc:spChg>
        <pc:spChg chg="mod">
          <ac:chgData name="Priyanka Roy" userId="a079194d-5d67-442a-af4a-71e921a982ac" providerId="ADAL" clId="{459D14BD-9A95-4F86-A8CA-5BAE1C59A6EC}" dt="2026-10-28T03:11:20.894" v="127" actId="255"/>
          <ac:spMkLst>
            <pc:docMk/>
            <pc:sldMk cId="3618850860" sldId="256"/>
            <ac:spMk id="5" creationId="{00000000-0000-0000-0000-000000000000}"/>
          </ac:spMkLst>
        </pc:spChg>
        <pc:spChg chg="add mod">
          <ac:chgData name="Priyanka Roy" userId="a079194d-5d67-442a-af4a-71e921a982ac" providerId="ADAL" clId="{459D14BD-9A95-4F86-A8CA-5BAE1C59A6EC}" dt="2026-10-28T03:11:27.600" v="128" actId="255"/>
          <ac:spMkLst>
            <pc:docMk/>
            <pc:sldMk cId="3618850860" sldId="256"/>
            <ac:spMk id="8" creationId="{BD5EF994-1E9D-9CC5-6719-0544DE92516F}"/>
          </ac:spMkLst>
        </pc:spChg>
        <pc:spChg chg="add mod">
          <ac:chgData name="Priyanka Roy" userId="a079194d-5d67-442a-af4a-71e921a982ac" providerId="ADAL" clId="{459D14BD-9A95-4F86-A8CA-5BAE1C59A6EC}" dt="2026-10-28T03:11:54.874" v="129" actId="207"/>
          <ac:spMkLst>
            <pc:docMk/>
            <pc:sldMk cId="3618850860" sldId="256"/>
            <ac:spMk id="10" creationId="{647E7F4C-022E-FE65-D683-991B71261620}"/>
          </ac:spMkLst>
        </pc:spChg>
        <pc:cxnChg chg="add mod">
          <ac:chgData name="Priyanka Roy" userId="a079194d-5d67-442a-af4a-71e921a982ac" providerId="ADAL" clId="{459D14BD-9A95-4F86-A8CA-5BAE1C59A6EC}" dt="2026-10-28T03:07:13.868" v="12" actId="1076"/>
          <ac:cxnSpMkLst>
            <pc:docMk/>
            <pc:sldMk cId="3618850860" sldId="256"/>
            <ac:cxnSpMk id="7" creationId="{C81772A3-119B-E596-A2A2-8D735BC37B6C}"/>
          </ac:cxnSpMkLst>
        </pc:cxnChg>
      </pc:sldChg>
      <pc:sldChg chg="modSp add mod">
        <pc:chgData name="Priyanka Roy" userId="a079194d-5d67-442a-af4a-71e921a982ac" providerId="ADAL" clId="{459D14BD-9A95-4F86-A8CA-5BAE1C59A6EC}" dt="2026-10-28T04:21:56.494" v="216" actId="1076"/>
        <pc:sldMkLst>
          <pc:docMk/>
          <pc:sldMk cId="1000678639" sldId="293"/>
        </pc:sldMkLst>
        <pc:spChg chg="mod">
          <ac:chgData name="Priyanka Roy" userId="a079194d-5d67-442a-af4a-71e921a982ac" providerId="ADAL" clId="{459D14BD-9A95-4F86-A8CA-5BAE1C59A6EC}" dt="2026-10-28T03:16:36.779" v="132" actId="26606"/>
          <ac:spMkLst>
            <pc:docMk/>
            <pc:sldMk cId="1000678639" sldId="293"/>
            <ac:spMk id="2" creationId="{6BA9B94A-231E-EBC2-E454-6BEC43BA515C}"/>
          </ac:spMkLst>
        </pc:spChg>
        <pc:spChg chg="mod">
          <ac:chgData name="Priyanka Roy" userId="a079194d-5d67-442a-af4a-71e921a982ac" providerId="ADAL" clId="{459D14BD-9A95-4F86-A8CA-5BAE1C59A6EC}" dt="2026-10-28T03:16:36.779" v="132" actId="26606"/>
          <ac:spMkLst>
            <pc:docMk/>
            <pc:sldMk cId="1000678639" sldId="293"/>
            <ac:spMk id="10" creationId="{00000000-0000-0000-0000-000000000000}"/>
          </ac:spMkLst>
        </pc:spChg>
        <pc:spChg chg="mod">
          <ac:chgData name="Priyanka Roy" userId="a079194d-5d67-442a-af4a-71e921a982ac" providerId="ADAL" clId="{459D14BD-9A95-4F86-A8CA-5BAE1C59A6EC}" dt="2026-10-28T04:21:56.494" v="216" actId="1076"/>
          <ac:spMkLst>
            <pc:docMk/>
            <pc:sldMk cId="1000678639" sldId="293"/>
            <ac:spMk id="11" creationId="{00000000-0000-0000-0000-000000000000}"/>
          </ac:spMkLst>
        </pc:spChg>
        <pc:spChg chg="mod">
          <ac:chgData name="Priyanka Roy" userId="a079194d-5d67-442a-af4a-71e921a982ac" providerId="ADAL" clId="{459D14BD-9A95-4F86-A8CA-5BAE1C59A6EC}" dt="2026-10-28T03:16:36.779" v="132" actId="26606"/>
          <ac:spMkLst>
            <pc:docMk/>
            <pc:sldMk cId="1000678639" sldId="293"/>
            <ac:spMk id="12" creationId="{00000000-0000-0000-0000-000000000000}"/>
          </ac:spMkLst>
        </pc:spChg>
      </pc:sldChg>
      <pc:sldChg chg="delSp modSp add mod">
        <pc:chgData name="Priyanka Roy" userId="a079194d-5d67-442a-af4a-71e921a982ac" providerId="ADAL" clId="{459D14BD-9A95-4F86-A8CA-5BAE1C59A6EC}" dt="2026-10-28T04:20:53.480" v="215" actId="255"/>
        <pc:sldMkLst>
          <pc:docMk/>
          <pc:sldMk cId="3334981260" sldId="294"/>
        </pc:sldMkLst>
        <pc:spChg chg="del mod">
          <ac:chgData name="Priyanka Roy" userId="a079194d-5d67-442a-af4a-71e921a982ac" providerId="ADAL" clId="{459D14BD-9A95-4F86-A8CA-5BAE1C59A6EC}" dt="2026-10-28T04:20:43.400" v="214" actId="478"/>
          <ac:spMkLst>
            <pc:docMk/>
            <pc:sldMk cId="3334981260" sldId="294"/>
            <ac:spMk id="3" creationId="{1A0B2F0D-E429-B4C2-9946-DD17A31EBDE3}"/>
          </ac:spMkLst>
        </pc:spChg>
        <pc:spChg chg="mod">
          <ac:chgData name="Priyanka Roy" userId="a079194d-5d67-442a-af4a-71e921a982ac" providerId="ADAL" clId="{459D14BD-9A95-4F86-A8CA-5BAE1C59A6EC}" dt="2026-10-28T04:20:53.480" v="215" actId="255"/>
          <ac:spMkLst>
            <pc:docMk/>
            <pc:sldMk cId="3334981260" sldId="294"/>
            <ac:spMk id="11" creationId="{B5429160-0C93-32AA-5B14-A536772EDC56}"/>
          </ac:spMkLst>
        </pc:spChg>
      </pc:sldChg>
      <pc:sldMasterChg chg="del delSldLayout">
        <pc:chgData name="Priyanka Roy" userId="a079194d-5d67-442a-af4a-71e921a982ac" providerId="ADAL" clId="{459D14BD-9A95-4F86-A8CA-5BAE1C59A6EC}" dt="2026-10-28T03:16:22.012" v="130" actId="26606"/>
        <pc:sldMasterMkLst>
          <pc:docMk/>
          <pc:sldMasterMk cId="3498814579" sldId="2147483648"/>
        </pc:sldMasterMkLst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1403016095" sldId="2147483649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4026953804" sldId="2147483650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3385649820" sldId="2147483651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3647936889" sldId="2147483652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3470318485" sldId="2147483653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4212435756" sldId="2147483654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2048537262" sldId="2147483655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2706759310" sldId="2147483656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78862458" sldId="2147483657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1080523873" sldId="2147483658"/>
          </pc:sldLayoutMkLst>
        </pc:sldLayoutChg>
        <pc:sldLayoutChg chg="del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3498814579" sldId="2147483648"/>
            <pc:sldLayoutMk cId="107556123" sldId="2147483659"/>
          </pc:sldLayoutMkLst>
        </pc:sldLayoutChg>
      </pc:sldMasterChg>
      <pc:sldMasterChg chg="add addSldLayout">
        <pc:chgData name="Priyanka Roy" userId="a079194d-5d67-442a-af4a-71e921a982ac" providerId="ADAL" clId="{459D14BD-9A95-4F86-A8CA-5BAE1C59A6EC}" dt="2026-10-28T03:16:22.012" v="130" actId="26606"/>
        <pc:sldMasterMkLst>
          <pc:docMk/>
          <pc:sldMasterMk cId="124989442" sldId="2147483663"/>
        </pc:sldMasterMkLst>
        <pc:sldLayoutChg chg="add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124989442" sldId="2147483663"/>
            <pc:sldLayoutMk cId="4042635012" sldId="2147483664"/>
          </pc:sldLayoutMkLst>
        </pc:sldLayoutChg>
        <pc:sldLayoutChg chg="add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124989442" sldId="2147483663"/>
            <pc:sldLayoutMk cId="3208172336" sldId="2147483687"/>
          </pc:sldLayoutMkLst>
        </pc:sldLayoutChg>
        <pc:sldLayoutChg chg="add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124989442" sldId="2147483663"/>
            <pc:sldLayoutMk cId="1678361896" sldId="2147483688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2211225818" sldId="2147483667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211225818" sldId="2147483667"/>
            <pc:sldLayoutMk cId="2077792663" sldId="2147483668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1322619735" sldId="2147483669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1322619735" sldId="2147483669"/>
            <pc:sldLayoutMk cId="3677252879" sldId="2147483670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1097605429" sldId="2147483671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1097605429" sldId="2147483671"/>
            <pc:sldLayoutMk cId="531772072" sldId="2147483672"/>
          </pc:sldLayoutMkLst>
        </pc:sldLayoutChg>
      </pc:sldMasterChg>
      <pc:sldMasterChg chg="add addSldLayout">
        <pc:chgData name="Priyanka Roy" userId="a079194d-5d67-442a-af4a-71e921a982ac" providerId="ADAL" clId="{459D14BD-9A95-4F86-A8CA-5BAE1C59A6EC}" dt="2026-10-28T03:16:22.012" v="130" actId="26606"/>
        <pc:sldMasterMkLst>
          <pc:docMk/>
          <pc:sldMasterMk cId="2933197119" sldId="2147483673"/>
        </pc:sldMasterMkLst>
        <pc:sldLayoutChg chg="add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2933197119" sldId="2147483673"/>
            <pc:sldLayoutMk cId="1654529855" sldId="2147483674"/>
          </pc:sldLayoutMkLst>
        </pc:sldLayoutChg>
      </pc:sldMasterChg>
      <pc:sldMasterChg chg="add addSldLayout">
        <pc:chgData name="Priyanka Roy" userId="a079194d-5d67-442a-af4a-71e921a982ac" providerId="ADAL" clId="{459D14BD-9A95-4F86-A8CA-5BAE1C59A6EC}" dt="2026-10-28T03:16:22.012" v="130" actId="26606"/>
        <pc:sldMasterMkLst>
          <pc:docMk/>
          <pc:sldMasterMk cId="2776359763" sldId="2147483675"/>
        </pc:sldMasterMkLst>
        <pc:sldLayoutChg chg="add">
          <pc:chgData name="Priyanka Roy" userId="a079194d-5d67-442a-af4a-71e921a982ac" providerId="ADAL" clId="{459D14BD-9A95-4F86-A8CA-5BAE1C59A6EC}" dt="2026-10-28T03:16:22.012" v="130" actId="26606"/>
          <pc:sldLayoutMkLst>
            <pc:docMk/>
            <pc:sldMasterMk cId="2776359763" sldId="2147483675"/>
            <pc:sldLayoutMk cId="3522439186" sldId="2147483676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3373329290" sldId="2147483677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3373329290" sldId="2147483677"/>
            <pc:sldLayoutMk cId="140916159" sldId="2147483678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4122418172" sldId="2147483679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4122418172" sldId="2147483679"/>
            <pc:sldLayoutMk cId="2154989708" sldId="2147483680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2371414811" sldId="2147483681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371414811" sldId="2147483681"/>
            <pc:sldLayoutMk cId="2162055864" sldId="2147483682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2636635707" sldId="2147483683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636635707" sldId="2147483683"/>
            <pc:sldLayoutMk cId="2237767121" sldId="2147483684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2629665569" sldId="2147483689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629665569" sldId="2147483689"/>
            <pc:sldLayoutMk cId="3160694090" sldId="2147483690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899759198" sldId="2147483691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899759198" sldId="2147483691"/>
            <pc:sldLayoutMk cId="446707937" sldId="2147483692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1727242168" sldId="2147483693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1727242168" sldId="2147483693"/>
            <pc:sldLayoutMk cId="1515026217" sldId="2147483694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1114593455" sldId="2147483695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1114593455" sldId="2147483695"/>
            <pc:sldLayoutMk cId="3864477767" sldId="2147483696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1504446640" sldId="2147483699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1504446640" sldId="2147483699"/>
            <pc:sldLayoutMk cId="3714069043" sldId="2147483700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3099001426" sldId="2147483701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3099001426" sldId="2147483701"/>
            <pc:sldLayoutMk cId="1762912165" sldId="2147483702"/>
          </pc:sldLayoutMkLst>
        </pc:sldLayoutChg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3099001426" sldId="2147483701"/>
            <pc:sldLayoutMk cId="343836477" sldId="2147483703"/>
          </pc:sldLayoutMkLst>
        </pc:sldLayoutChg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3099001426" sldId="2147483701"/>
            <pc:sldLayoutMk cId="3720496013" sldId="2147483704"/>
          </pc:sldLayoutMkLst>
        </pc:sldLayoutChg>
      </pc:sldMasterChg>
      <pc:sldMasterChg chg="add del addSldLayout delSldLayout">
        <pc:chgData name="Priyanka Roy" userId="a079194d-5d67-442a-af4a-71e921a982ac" providerId="ADAL" clId="{459D14BD-9A95-4F86-A8CA-5BAE1C59A6EC}" dt="2026-10-28T03:16:31.346" v="131"/>
        <pc:sldMasterMkLst>
          <pc:docMk/>
          <pc:sldMasterMk cId="2062683594" sldId="2147483705"/>
        </pc:sldMasterMkLst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062683594" sldId="2147483705"/>
            <pc:sldLayoutMk cId="898244393" sldId="2147483706"/>
          </pc:sldLayoutMkLst>
        </pc:sldLayoutChg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062683594" sldId="2147483705"/>
            <pc:sldLayoutMk cId="2330560198" sldId="2147483707"/>
          </pc:sldLayoutMkLst>
        </pc:sldLayoutChg>
        <pc:sldLayoutChg chg="add del">
          <pc:chgData name="Priyanka Roy" userId="a079194d-5d67-442a-af4a-71e921a982ac" providerId="ADAL" clId="{459D14BD-9A95-4F86-A8CA-5BAE1C59A6EC}" dt="2026-10-28T03:16:31.346" v="131"/>
          <pc:sldLayoutMkLst>
            <pc:docMk/>
            <pc:sldMasterMk cId="2062683594" sldId="2147483705"/>
            <pc:sldLayoutMk cId="2228585373" sldId="214748370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C3AF2-706B-C54F-9C77-D78563ABE4F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90350-7DC8-5543-B465-552823CC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0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5D16287C-096D-C291-66C2-DBD3369A2B5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4744" y="974956"/>
            <a:ext cx="2537310" cy="3421431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404263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939797E-D810-7BFF-41E1-FB1204F267F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82350" y="2571750"/>
            <a:ext cx="2497946" cy="1824637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63299B0D-58B4-6F5C-1A58-49C0AF77D3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0504" y="2571750"/>
            <a:ext cx="2497946" cy="1824637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4574878-6F11-B831-676F-880C457CB2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58658" y="2571750"/>
            <a:ext cx="2497946" cy="1824637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320817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939797E-D810-7BFF-41E1-FB1204F267F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0959" y="2664477"/>
            <a:ext cx="1809624" cy="1943857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45C35ED-A486-F713-C07F-003846B14D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59" y="448117"/>
            <a:ext cx="1809624" cy="1943857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167836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942039D-4D01-A683-B8CD-60B0E7892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645" y="1517972"/>
            <a:ext cx="6707175" cy="7302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r>
              <a:rPr lang="en-GB" dirty="0"/>
              <a:t>Edit Title of Presentation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BBC930F-9127-6CF6-4F2E-1A7F091C1D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3645" y="2353166"/>
            <a:ext cx="4204607" cy="70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2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942039D-4D01-A683-B8CD-60B0E7892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414" y="1985484"/>
            <a:ext cx="6707175" cy="73021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FFFF00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r>
              <a:rPr lang="en-GB" dirty="0"/>
              <a:t>Edit Title of Presentation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BBC930F-9127-6CF6-4F2E-1A7F091C1D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3698" y="2820678"/>
            <a:ext cx="4204607" cy="70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43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3F2BFB-5FE4-75C1-23C8-CF0AF28A02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14410" y="4794979"/>
            <a:ext cx="1474484" cy="2620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C8FB25-74B1-526B-90AB-F521F8D63F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6313" r="6313"/>
          <a:stretch/>
        </p:blipFill>
        <p:spPr>
          <a:xfrm>
            <a:off x="0" y="4769211"/>
            <a:ext cx="9144000" cy="2877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988CFB-16AA-C06C-9F12-D9CF6F15A6A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453853" y="186074"/>
            <a:ext cx="1468995" cy="34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9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87" r:id="rId2"/>
    <p:sldLayoutId id="2147483688" r:id="rId3"/>
  </p:sldLayoutIdLst>
  <p:hf sldNum="0"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bg2"/>
          </a:solidFill>
          <a:latin typeface="Inter ExtraBold" panose="02000503000000020004" pitchFamily="2" charset="0"/>
          <a:ea typeface="Inter ExtraBold" panose="02000503000000020004" pitchFamily="2" charset="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A7C38-1D38-E3FB-4AC7-AFFB7AA0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08D74-4643-C985-27AD-D43C545C3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A818D-C98A-E8EC-0943-7DA0BFE32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31A12-1795-F34B-AAB2-02C1B06FF44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7917-4400-3C9A-DF92-5443B0B78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165A-5C28-2791-E5BA-86C9E6448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34071-063F-F348-A5D0-F6D796A220F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97303-9C84-5254-FA8B-A21223B3C098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97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A7C38-1D38-E3FB-4AC7-AFFB7AA0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08D74-4643-C985-27AD-D43C545C3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A818D-C98A-E8EC-0943-7DA0BFE32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31A12-1795-F34B-AAB2-02C1B06FF44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7917-4400-3C9A-DF92-5443B0B78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165A-5C28-2791-E5BA-86C9E6448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34071-063F-F348-A5D0-F6D796A220F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97303-9C84-5254-FA8B-A21223B3C098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59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B94A-231E-EBC2-E454-6BEC43B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874519"/>
            <a:ext cx="6400800" cy="731520"/>
          </a:xfrm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Doctoral Colloquium 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3A60-0569-4151-A70E-C0E564DFB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697480"/>
            <a:ext cx="4572000" cy="411480"/>
          </a:xfrm>
        </p:spPr>
        <p:txBody>
          <a:bodyPr/>
          <a:lstStyle/>
          <a:p>
            <a:pPr algn="ctr"/>
            <a:r>
              <a:rPr lang="en-US" sz="2000" i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Welcome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D8DA1-5ACA-7D48-951F-B9C4BBF0B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277" y="875899"/>
            <a:ext cx="2395445" cy="561015"/>
          </a:xfrm>
          <a:prstGeom prst="rect">
            <a:avLst/>
          </a:prstGeom>
        </p:spPr>
      </p:pic>
      <p:sp>
        <p:nvSpPr>
          <p:cNvPr id="10" name="Organisation"/>
          <p:cNvSpPr txBox="1"/>
          <p:nvPr/>
        </p:nvSpPr>
        <p:spPr>
          <a:xfrm>
            <a:off x="1828800" y="15544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NZ" sz="1000" spc="60" dirty="0">
                <a:solidFill>
                  <a:srgbClr val="CCDCD7"/>
                </a:solidFill>
                <a:latin typeface="Inter"/>
                <a:ea typeface="Inter"/>
              </a:rPr>
              <a:t>Wellington School of Business and Government | Ōrauariki</a:t>
            </a:r>
          </a:p>
        </p:txBody>
      </p:sp>
      <p:sp>
        <p:nvSpPr>
          <p:cNvPr id="11" name="Opening Remarks"/>
          <p:cNvSpPr txBox="1"/>
          <p:nvPr/>
        </p:nvSpPr>
        <p:spPr>
          <a:xfrm>
            <a:off x="2286000" y="3490361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NZ" sz="1500" b="1" dirty="0">
                <a:solidFill>
                  <a:srgbClr val="FFFFFF"/>
                </a:solidFill>
                <a:latin typeface="Inter"/>
                <a:ea typeface="Inter"/>
              </a:rPr>
              <a:t>Associate Professor Geoff Plimmer</a:t>
            </a:r>
          </a:p>
          <a:p>
            <a:pPr algn="ctr">
              <a:spcBef>
                <a:spcPts val="200"/>
              </a:spcBef>
            </a:pPr>
            <a:r>
              <a:rPr lang="en-NZ" sz="1200" dirty="0">
                <a:solidFill>
                  <a:srgbClr val="CCDCD7"/>
                </a:solidFill>
                <a:latin typeface="Inter"/>
                <a:ea typeface="Inter"/>
              </a:rPr>
              <a:t>Associate Dean (Research)</a:t>
            </a:r>
          </a:p>
        </p:txBody>
      </p:sp>
      <p:sp>
        <p:nvSpPr>
          <p:cNvPr id="12" name="Date"/>
          <p:cNvSpPr txBox="1"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NZ" sz="1400" spc="100" dirty="0">
                <a:solidFill>
                  <a:srgbClr val="FFFFFF"/>
                </a:solidFill>
                <a:latin typeface="Inter"/>
                <a:ea typeface="Inter"/>
              </a:rPr>
              <a:t>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0067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95F9-A04C-CD66-FC39-84BC94968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E294-AF6D-BE7F-0958-21D64C24C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874519"/>
            <a:ext cx="6400800" cy="731520"/>
          </a:xfrm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Doctoral Colloquium 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5944C-710E-A80A-C670-A23EFA15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277" y="875899"/>
            <a:ext cx="2395445" cy="561015"/>
          </a:xfrm>
          <a:prstGeom prst="rect">
            <a:avLst/>
          </a:prstGeom>
        </p:spPr>
      </p:pic>
      <p:sp>
        <p:nvSpPr>
          <p:cNvPr id="10" name="Organisation">
            <a:extLst>
              <a:ext uri="{FF2B5EF4-FFF2-40B4-BE49-F238E27FC236}">
                <a16:creationId xmlns:a16="http://schemas.microsoft.com/office/drawing/2014/main" id="{707F921A-EE11-0D2F-3713-E1A64D763270}"/>
              </a:ext>
            </a:extLst>
          </p:cNvPr>
          <p:cNvSpPr txBox="1"/>
          <p:nvPr/>
        </p:nvSpPr>
        <p:spPr>
          <a:xfrm>
            <a:off x="1828800" y="15544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NZ" sz="1000" spc="60" dirty="0">
                <a:solidFill>
                  <a:srgbClr val="CCDCD7"/>
                </a:solidFill>
                <a:latin typeface="Inter"/>
                <a:ea typeface="Inter"/>
              </a:rPr>
              <a:t>Wellington School of Business and Government | Ōrauariki</a:t>
            </a:r>
          </a:p>
        </p:txBody>
      </p:sp>
      <p:sp>
        <p:nvSpPr>
          <p:cNvPr id="11" name="Opening Remarks">
            <a:extLst>
              <a:ext uri="{FF2B5EF4-FFF2-40B4-BE49-F238E27FC236}">
                <a16:creationId xmlns:a16="http://schemas.microsoft.com/office/drawing/2014/main" id="{B5429160-0C93-32AA-5B14-A536772EDC56}"/>
              </a:ext>
            </a:extLst>
          </p:cNvPr>
          <p:cNvSpPr txBox="1"/>
          <p:nvPr/>
        </p:nvSpPr>
        <p:spPr>
          <a:xfrm>
            <a:off x="2286000" y="324612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NZ" sz="1050" spc="200" dirty="0">
                <a:solidFill>
                  <a:srgbClr val="CCDCD7"/>
                </a:solidFill>
                <a:latin typeface="Inter"/>
                <a:ea typeface="Inter"/>
              </a:rPr>
              <a:t>OPENING REMARKS BY</a:t>
            </a:r>
          </a:p>
          <a:p>
            <a:pPr algn="ctr">
              <a:spcBef>
                <a:spcPts val="300"/>
              </a:spcBef>
            </a:pPr>
            <a:r>
              <a:rPr lang="en-NZ" sz="1500" b="1" dirty="0">
                <a:solidFill>
                  <a:srgbClr val="FFFFFF"/>
                </a:solidFill>
                <a:latin typeface="Inter"/>
                <a:ea typeface="Inter"/>
              </a:rPr>
              <a:t>Professor Lisa Marriott</a:t>
            </a:r>
          </a:p>
          <a:p>
            <a:pPr algn="ctr">
              <a:spcBef>
                <a:spcPts val="200"/>
              </a:spcBef>
            </a:pPr>
            <a:r>
              <a:rPr lang="en-NZ" sz="1200" dirty="0">
                <a:solidFill>
                  <a:srgbClr val="CCDCD7"/>
                </a:solidFill>
                <a:latin typeface="Inter"/>
                <a:ea typeface="Inter"/>
              </a:rPr>
              <a:t>Dean, Faculty of Graduate Research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BA2D5DEF-87B7-EC5C-C48B-5A7BC0A30E15}"/>
              </a:ext>
            </a:extLst>
          </p:cNvPr>
          <p:cNvSpPr txBox="1"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NZ" sz="1400" spc="100" dirty="0">
                <a:solidFill>
                  <a:srgbClr val="FFFFFF"/>
                </a:solidFill>
                <a:latin typeface="Inter"/>
                <a:ea typeface="Inter"/>
              </a:rPr>
              <a:t>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3334981260"/>
      </p:ext>
    </p:extLst>
  </p:cSld>
  <p:clrMapOvr>
    <a:masterClrMapping/>
  </p:clrMapOvr>
</p:sld>
</file>

<file path=ppt/theme/theme1.xml><?xml version="1.0" encoding="utf-8"?>
<a:theme xmlns:a="http://schemas.openxmlformats.org/drawingml/2006/main" name="1_VUW theme">
  <a:themeElements>
    <a:clrScheme name="VUW test colours">
      <a:dk1>
        <a:srgbClr val="000000"/>
      </a:dk1>
      <a:lt1>
        <a:sysClr val="window" lastClr="FFFFFF"/>
      </a:lt1>
      <a:dk2>
        <a:srgbClr val="0D4C38"/>
      </a:dk2>
      <a:lt2>
        <a:srgbClr val="CCDCD7"/>
      </a:lt2>
      <a:accent1>
        <a:srgbClr val="669787"/>
      </a:accent1>
      <a:accent2>
        <a:srgbClr val="99B9AF"/>
      </a:accent2>
      <a:accent3>
        <a:srgbClr val="3EC2B4"/>
      </a:accent3>
      <a:accent4>
        <a:srgbClr val="FCE500"/>
      </a:accent4>
      <a:accent5>
        <a:srgbClr val="C00000"/>
      </a:accent5>
      <a:accent6>
        <a:srgbClr val="CD7E09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spcAft>
            <a:spcPts val="1125"/>
          </a:spcAft>
          <a:buNone/>
          <a:defRPr sz="1200" b="0" i="0" dirty="0" smtClean="0">
            <a:solidFill>
              <a:srgbClr val="000000"/>
            </a:solidFill>
            <a:effectLst/>
            <a:latin typeface="Inter" panose="02000503000000020004" pitchFamily="2" charset="0"/>
            <a:ea typeface="Inter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95F894D-E5E0-AF40-8326-8972D7EB4865}" vid="{AB63E93F-C8AB-FF47-BE66-8472387455ED}"/>
    </a:ext>
  </a:extLst>
</a:theme>
</file>

<file path=ppt/theme/theme2.xml><?xml version="1.0" encoding="utf-8"?>
<a:theme xmlns:a="http://schemas.openxmlformats.org/drawingml/2006/main" name="3_Theme1">
  <a:themeElements>
    <a:clrScheme name="VUW test colours">
      <a:dk1>
        <a:srgbClr val="000000"/>
      </a:dk1>
      <a:lt1>
        <a:sysClr val="window" lastClr="FFFFFF"/>
      </a:lt1>
      <a:dk2>
        <a:srgbClr val="0D4C38"/>
      </a:dk2>
      <a:lt2>
        <a:srgbClr val="CCDCD7"/>
      </a:lt2>
      <a:accent1>
        <a:srgbClr val="669787"/>
      </a:accent1>
      <a:accent2>
        <a:srgbClr val="99B9AF"/>
      </a:accent2>
      <a:accent3>
        <a:srgbClr val="3EC2B4"/>
      </a:accent3>
      <a:accent4>
        <a:srgbClr val="FCE500"/>
      </a:accent4>
      <a:accent5>
        <a:srgbClr val="C00000"/>
      </a:accent5>
      <a:accent6>
        <a:srgbClr val="CD7E0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heme1">
  <a:themeElements>
    <a:clrScheme name="VUW test colours">
      <a:dk1>
        <a:srgbClr val="000000"/>
      </a:dk1>
      <a:lt1>
        <a:sysClr val="window" lastClr="FFFFFF"/>
      </a:lt1>
      <a:dk2>
        <a:srgbClr val="0D4C38"/>
      </a:dk2>
      <a:lt2>
        <a:srgbClr val="CCDCD7"/>
      </a:lt2>
      <a:accent1>
        <a:srgbClr val="669787"/>
      </a:accent1>
      <a:accent2>
        <a:srgbClr val="99B9AF"/>
      </a:accent2>
      <a:accent3>
        <a:srgbClr val="3EC2B4"/>
      </a:accent3>
      <a:accent4>
        <a:srgbClr val="FCE500"/>
      </a:accent4>
      <a:accent5>
        <a:srgbClr val="C00000"/>
      </a:accent5>
      <a:accent6>
        <a:srgbClr val="CD7E0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50</Words>
  <Application>Microsoft Office PowerPoint</Application>
  <PresentationFormat>On-screen Show (16:9)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Inter</vt:lpstr>
      <vt:lpstr>Inter ExtraBold</vt:lpstr>
      <vt:lpstr>1_VUW theme</vt:lpstr>
      <vt:lpstr>3_Theme1</vt:lpstr>
      <vt:lpstr>4_Theme1</vt:lpstr>
      <vt:lpstr>Doctoral Colloquium 2026</vt:lpstr>
      <vt:lpstr>Doctoral Colloquium 2026</vt:lpstr>
    </vt:vector>
  </TitlesOfParts>
  <Company>Victoria University of Wellington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Roy</dc:creator>
  <cp:lastModifiedBy>Priyanka Roy</cp:lastModifiedBy>
  <cp:revision>1</cp:revision>
  <dcterms:created xsi:type="dcterms:W3CDTF">2026-10-27T03:02:28Z</dcterms:created>
  <dcterms:modified xsi:type="dcterms:W3CDTF">2026-10-28T04:21:59Z</dcterms:modified>
</cp:coreProperties>
</file>